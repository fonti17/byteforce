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FB970E-EE2A-3AB0-B602-4830075F0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73693B5-73F1-3932-8AE0-A34FB86E1F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F4E6EB-E4E8-77F4-44EA-00591B6DE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5BC64-61EA-4FD9-A929-16A6BF6197AF}" type="datetimeFigureOut">
              <a:rPr lang="de-CH" smtClean="0"/>
              <a:t>22.08.2026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7E74C1-FD17-1B5C-7EAB-163548531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BE57D80-1831-C00E-ACDF-1A1A2AD4E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49147-CA16-4B16-B5EA-ED230D75532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81324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C5F16-DD7F-582B-FDF3-1697675E5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254DE5-FA89-B40E-EDF6-0948E3B47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5B5F3E-F4BD-F3DC-E1D0-5C1046E66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5BC64-61EA-4FD9-A929-16A6BF6197AF}" type="datetimeFigureOut">
              <a:rPr lang="de-CH" smtClean="0"/>
              <a:t>22.08.2026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14AEBE-A85D-4D1A-E779-7C5513690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D0964D-4EA5-6607-04ED-1CD161EAB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49147-CA16-4B16-B5EA-ED230D75532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99297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6E2950-B4E3-200F-7AF8-919B2828E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CD541BB-CB10-CEB8-B8F4-304BB2929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FE439BB-434F-B5CA-083E-CF87DF658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5BC64-61EA-4FD9-A929-16A6BF6197AF}" type="datetimeFigureOut">
              <a:rPr lang="de-CH" smtClean="0"/>
              <a:t>22.08.2026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8A4870-0421-B46F-4E87-36D1B3E8C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D6D6B3-701B-0D8A-FC0A-934E1A878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49147-CA16-4B16-B5EA-ED230D75532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5314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36A65-AB3B-18B8-B395-482029141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E166AC2-E37C-37CA-76F5-5AFCAE6477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B822665-B518-F256-7296-69CFD1D515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47ED7B8-6C07-A3CC-B2AC-C6ACD82F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5BC64-61EA-4FD9-A929-16A6BF6197AF}" type="datetimeFigureOut">
              <a:rPr lang="de-CH" smtClean="0"/>
              <a:t>22.08.2026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D3C6019-7884-34A8-E4A7-215437C6C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269AE87-630F-1ABB-249F-510132EEF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49147-CA16-4B16-B5EA-ED230D75532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27553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75F020-68D0-267F-B710-4A366B951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8D4CE8-53FD-9070-C097-F85F4AB6D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CD363CD-ED90-4749-0C27-76B8EDDB7B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1AD5AE7-9E9A-BB36-FB9E-1634EEF56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2B9DA44-50F9-2334-1FEC-5D8C93C3CB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F2EE70F-23A3-C80E-7A74-3B013B887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5BC64-61EA-4FD9-A929-16A6BF6197AF}" type="datetimeFigureOut">
              <a:rPr lang="de-CH" smtClean="0"/>
              <a:t>22.08.2026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1940355-2B00-AEC7-DA60-FF6CAFCFE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084BD74-7F37-E8F4-7AB7-A2F67FBA1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49147-CA16-4B16-B5EA-ED230D75532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2415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6343E-4449-ED3D-32D9-E902DD99D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AF5A1E4-ECC2-1088-57BC-ABB8BD412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5BC64-61EA-4FD9-A929-16A6BF6197AF}" type="datetimeFigureOut">
              <a:rPr lang="de-CH" smtClean="0"/>
              <a:t>22.08.2026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977CB95-D9C1-092F-D5C1-AEF75A45D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A1B92A4-AAFB-96EC-0E5D-9A491170D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49147-CA16-4B16-B5EA-ED230D75532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46783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E35DCA8-EE37-D725-C002-40516BC2E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5BC64-61EA-4FD9-A929-16A6BF6197AF}" type="datetimeFigureOut">
              <a:rPr lang="de-CH" smtClean="0"/>
              <a:t>22.08.2026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6A8CBF3-6F36-36B5-97A3-EB036DA95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DBF792-1D44-84E1-DC2F-4CD89778D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49147-CA16-4B16-B5EA-ED230D75532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85231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589AD4-34E2-19CD-D409-7169432E8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B87C8-B15B-16AC-45F5-CA50BAEBD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746DF17-268A-2D3B-5EEB-9E41679983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B9CDCF-AA6C-AABE-13E8-BC788B36A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5BC64-61EA-4FD9-A929-16A6BF6197AF}" type="datetimeFigureOut">
              <a:rPr lang="de-CH" smtClean="0"/>
              <a:t>22.08.2026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845C1F8-F3D9-158B-A5BB-CBA7D58AF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237037E-D13F-569A-9E19-03B0F122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49147-CA16-4B16-B5EA-ED230D75532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7092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7EABE8-5E83-2BAB-776A-9F236ED28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EC8F1EE-229B-2A17-2F94-E4D1FC5FDF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46F168F-07FE-3284-E6BA-F253C3A580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0AE2DE5-2B1F-A9E8-390E-E71CBD096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5BC64-61EA-4FD9-A929-16A6BF6197AF}" type="datetimeFigureOut">
              <a:rPr lang="de-CH" smtClean="0"/>
              <a:t>22.08.2026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7D6CFD2-B7AA-21F1-CFA4-521CAA07F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783A1C-6A8C-500F-4678-60C7CC1E1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49147-CA16-4B16-B5EA-ED230D75532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10324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DE50ED-46BC-5E95-E6CF-2D529DF97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6C7D2BA-27F8-3B13-C90C-A711593D00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AF1275-EF2F-459B-630D-388275236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5BC64-61EA-4FD9-A929-16A6BF6197AF}" type="datetimeFigureOut">
              <a:rPr lang="de-CH" smtClean="0"/>
              <a:t>22.08.2026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D81C9D-5F4F-C875-CB0E-15EDB02F1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24BFB81-199A-D993-1D63-4E8371804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49147-CA16-4B16-B5EA-ED230D75532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3016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DFE3D56-6710-A59B-196F-983B2BDF43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AFD0221-1A30-237A-1371-7F8D06AD6A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B92DC9-25E3-8F21-228C-C1B0AB2C9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5BC64-61EA-4FD9-A929-16A6BF6197AF}" type="datetimeFigureOut">
              <a:rPr lang="de-CH" smtClean="0"/>
              <a:t>22.08.2026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8BD5D9-D2A8-8D26-1AD5-5DFDB16FD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21809A-70DC-2679-A5A3-16F23AAB1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49147-CA16-4B16-B5EA-ED230D75532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66743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F788979-2FF3-654D-04CA-2C65DBBB1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319BBD5-A5EE-1C61-569B-19DC238B60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592AF6F-856F-23A9-2702-877974BF8E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65BC64-61EA-4FD9-A929-16A6BF6197AF}" type="datetimeFigureOut">
              <a:rPr lang="de-CH" smtClean="0"/>
              <a:t>22.08.2026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E5ECE0-D19D-17A1-6B63-9A8FA11533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DAB843-38E5-8A09-4B33-A055FEA571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149147-CA16-4B16-B5EA-ED230D75532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34430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4.png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1F4E373-2C2B-6E1E-1A93-873EB9700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4BDCD5EC-FD1F-205D-3436-4F4BF68627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2555" y="2262282"/>
            <a:ext cx="4723895" cy="661988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28A60721-C8D8-FF6D-83AB-E52FA15153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321" y="2843212"/>
            <a:ext cx="4874488" cy="1090519"/>
          </a:xfrm>
          <a:prstGeom prst="rect">
            <a:avLst/>
          </a:prstGeom>
        </p:spPr>
      </p:pic>
      <p:pic>
        <p:nvPicPr>
          <p:cNvPr id="22" name="Aufgezeichneter Sound">
            <a:hlinkClick r:id="" action="ppaction://media"/>
            <a:extLst>
              <a:ext uri="{FF2B5EF4-FFF2-40B4-BE49-F238E27FC236}">
                <a16:creationId xmlns:a16="http://schemas.microsoft.com/office/drawing/2014/main" id="{68359144-CA39-E04F-0ECB-B62DF247004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722120" y="31242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499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7834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1</Slides>
  <Notes>0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Cedric Reisch</dc:creator>
  <cp:lastModifiedBy>Cedric Reisch</cp:lastModifiedBy>
  <cp:revision>1</cp:revision>
  <dcterms:created xsi:type="dcterms:W3CDTF">2026-08-22T17:07:30Z</dcterms:created>
  <dcterms:modified xsi:type="dcterms:W3CDTF">2026-08-22T19:37:32Z</dcterms:modified>
</cp:coreProperties>
</file>