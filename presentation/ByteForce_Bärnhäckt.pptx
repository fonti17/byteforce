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B970E-EE2A-3AB0-B602-4830075F0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73693B5-73F1-3932-8AE0-A34FB86E1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F4E6EB-E4E8-77F4-44EA-00591B6D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7E74C1-FD17-1B5C-7EAB-16354853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E57D80-1831-C00E-ACDF-1A1A2AD4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132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C5F16-DD7F-582B-FDF3-1697675E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254DE5-FA89-B40E-EDF6-0948E3B47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5B5F3E-F4BD-F3DC-E1D0-5C1046E6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14AEBE-A85D-4D1A-E779-7C551369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D0964D-4EA5-6607-04ED-1CD161EA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929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6E2950-B4E3-200F-7AF8-919B2828E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D541BB-CB10-CEB8-B8F4-304BB2929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E439BB-434F-B5CA-083E-CF87DF65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8A4870-0421-B46F-4E87-36D1B3E8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D6D6B3-701B-0D8A-FC0A-934E1A87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5314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36A65-AB3B-18B8-B395-48202914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166AC2-E37C-37CA-76F5-5AFCAE647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B822665-B518-F256-7296-69CFD1D5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47ED7B8-6C07-A3CC-B2AC-C6ACD82F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3C6019-7884-34A8-E4A7-215437C6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69AE87-630F-1ABB-249F-510132EE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2755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5F020-68D0-267F-B710-4A366B95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8D4CE8-53FD-9070-C097-F85F4AB6D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D363CD-ED90-4749-0C27-76B8EDDB7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AD5AE7-9E9A-BB36-FB9E-1634EEF56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2B9DA44-50F9-2334-1FEC-5D8C93C3C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2EE70F-23A3-C80E-7A74-3B013B88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940355-2B00-AEC7-DA60-FF6CAFCF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084BD74-7F37-E8F4-7AB7-A2F67FBA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41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6343E-4449-ED3D-32D9-E902DD99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F5A1E4-ECC2-1088-57BC-ABB8BD412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77CB95-D9C1-092F-D5C1-AEF75A45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1B92A4-AAFB-96EC-0E5D-9A491170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6783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35DCA8-EE37-D725-C002-40516BC2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A8CBF3-6F36-36B5-97A3-EB036DA9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DBF792-1D44-84E1-DC2F-4CD89778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523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89AD4-34E2-19CD-D409-7169432E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FB87C8-B15B-16AC-45F5-CA50BAEBD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46DF17-268A-2D3B-5EEB-9E4167998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B9CDCF-AA6C-AABE-13E8-BC788B36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45C1F8-F3D9-158B-A5BB-CBA7D58A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37037E-D13F-569A-9E19-03B0F122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09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EABE8-5E83-2BAB-776A-9F236ED2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EC8F1EE-229B-2A17-2F94-E4D1FC5FD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6F168F-07FE-3284-E6BA-F253C3A58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AE2DE5-2B1F-A9E8-390E-E71CBD09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D6CFD2-B7AA-21F1-CFA4-521CAA07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783A1C-6A8C-500F-4678-60C7CC1E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032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E50ED-46BC-5E95-E6CF-2D529DF9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C7D2BA-27F8-3B13-C90C-A711593D0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AF1275-EF2F-459B-630D-38827523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D81C9D-5F4F-C875-CB0E-15EDB02F1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4BFB81-199A-D993-1D63-4E8371804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01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DFE3D56-6710-A59B-196F-983B2BDF4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AFD0221-1A30-237A-1371-7F8D06AD6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B92DC9-25E3-8F21-228C-C1B0AB2C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8BD5D9-D2A8-8D26-1AD5-5DFDB16F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21809A-70DC-2679-A5A3-16F23AAB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66743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F788979-2FF3-654D-04CA-2C65DBBB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19BBD5-A5EE-1C61-569B-19DC238B6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92AF6F-856F-23A9-2702-877974BF8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5BC64-61EA-4FD9-A929-16A6BF6197AF}" type="datetimeFigureOut">
              <a:rPr lang="de-CH" smtClean="0"/>
              <a:t>22.08.2026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E5ECE0-D19D-17A1-6B63-9A8FA1153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DAB843-38E5-8A09-4B33-A055FEA57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49147-CA16-4B16-B5EA-ED230D75532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443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EB5EBE6-E117-3590-5861-BD93F4B97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7775DD-8485-FB04-3C19-0D82F6EDD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2843728"/>
            <a:ext cx="3959527" cy="8858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BC71EE8-C208-5DA8-0C1C-466B251F7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3" y="2257940"/>
            <a:ext cx="4587956" cy="642938"/>
          </a:xfrm>
          <a:prstGeom prst="rect">
            <a:avLst/>
          </a:prstGeom>
        </p:spPr>
      </p:pic>
      <p:pic>
        <p:nvPicPr>
          <p:cNvPr id="10" name="WhatsApp Audio 2026-08-23 at 10.35.15">
            <a:hlinkClick r:id="" action="ppaction://media"/>
            <a:extLst>
              <a:ext uri="{FF2B5EF4-FFF2-40B4-BE49-F238E27FC236}">
                <a16:creationId xmlns:a16="http://schemas.microsoft.com/office/drawing/2014/main" id="{70EF9036-61A1-CA5D-CAE8-80E1C987D7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854773" y="29818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6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629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975F745-1832-0A73-25EA-B8D0F573B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5979"/>
            <a:ext cx="6716272" cy="35260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56CDDD2-CBE0-4482-DC1A-6E39A6428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5" y="1342644"/>
            <a:ext cx="4172712" cy="417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Cedric Reisch</dc:creator>
  <cp:lastModifiedBy>Cedric Reisch</cp:lastModifiedBy>
  <cp:revision>3</cp:revision>
  <dcterms:created xsi:type="dcterms:W3CDTF">2026-08-22T17:07:30Z</dcterms:created>
  <dcterms:modified xsi:type="dcterms:W3CDTF">2026-08-23T08:39:26Z</dcterms:modified>
</cp:coreProperties>
</file>